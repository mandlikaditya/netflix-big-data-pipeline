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35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Netflix Content Analysis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224028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Insights Using Hadoop, PySpark &amp; Spark SQL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880360"/>
            <a:ext cx="8595360" cy="27432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Big Data Technologies  |  Illinois Institute of Technology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Fnu Mandakini  —  Data Ingestion &amp; HDFS
Aditya Mandlik  —  PySpark Processing
Jainil Modi  —  Spark SQL &amp; Analysis
Saadullah Mohammed  —  Python Visualization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Shifaa Nazeersaheb Nadaf  —  Tableau &amp; Reporting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64592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
</a:t>
            </a: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Netflix's content catalog using a full big data stack from HDFS ingestion to Spark SQL querying and Python visualization to uncover actionable insights about genre trends, geographic distribution, content ratings, and growth patterns.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01168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7,789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926080"/>
            <a:ext cx="2011680" cy="9144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2971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~7,700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34564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Rows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147218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Fnu Mandakini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6642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HDFS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0025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Mandlik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94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Processing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5328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Modi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7249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 &amp;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063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Saadullah Mohammed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325526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Visualization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5935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Shifaa N. Nadaf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63440" y="378561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&amp; Reporting 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Data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22860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1325880" cy="3200400"/>
          </a:xfrm>
          <a:prstGeom prst="rect">
            <a:avLst/>
          </a:prstGeom>
          <a:solidFill>
            <a:srgbClr val="1E1E1E"/>
          </a:solidFill>
          <a:ln w="254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960120"/>
            <a:ext cx="132588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Fnu Mandakini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08760" y="2514600"/>
            <a:ext cx="15544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664208" y="960120"/>
            <a:ext cx="1325880" cy="32004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64208" y="960120"/>
            <a:ext cx="13258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64208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09928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9928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Fnu Mandakini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09928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90088" y="2514600"/>
            <a:ext cx="15544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45536" y="960120"/>
            <a:ext cx="1325880" cy="32004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45536" y="960120"/>
            <a:ext cx="1325880" cy="502920"/>
          </a:xfrm>
          <a:prstGeom prst="rect">
            <a:avLst/>
          </a:prstGeom>
          <a:solidFill>
            <a:srgbClr val="005F8A"/>
          </a:solidFill>
          <a:ln w="12700">
            <a:solidFill>
              <a:srgbClr val="00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45536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191256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91256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Mandlik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91256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71416" y="2514600"/>
            <a:ext cx="15544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6864" y="960120"/>
            <a:ext cx="1325880" cy="32004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26864" y="960120"/>
            <a:ext cx="1325880" cy="502920"/>
          </a:xfrm>
          <a:prstGeom prst="rect">
            <a:avLst/>
          </a:prstGeom>
          <a:solidFill>
            <a:srgbClr val="004A6E"/>
          </a:solidFill>
          <a:ln w="12700">
            <a:solidFill>
              <a:srgbClr val="00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26864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672584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72584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Jainil Modi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672584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52744" y="2514600"/>
            <a:ext cx="15544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08192" y="960120"/>
            <a:ext cx="1325880" cy="3200400"/>
          </a:xfrm>
          <a:prstGeom prst="rect">
            <a:avLst/>
          </a:prstGeom>
          <a:solidFill>
            <a:srgbClr val="1E1E1E"/>
          </a:solidFill>
          <a:ln w="254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08192" y="960120"/>
            <a:ext cx="1325880" cy="5029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08192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M5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153912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53912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Saadullah Mohammed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53912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34072" y="2514600"/>
            <a:ext cx="155448" cy="548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89520" y="960120"/>
            <a:ext cx="1325880" cy="3200400"/>
          </a:xfrm>
          <a:prstGeom prst="rect">
            <a:avLst/>
          </a:prstGeom>
          <a:solidFill>
            <a:srgbClr val="1A1200"/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89520" y="960120"/>
            <a:ext cx="13258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589520" y="96012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M6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635240" y="15087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Tableau Dashboard, Report &amp;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7635240" y="23774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Shifaa N. Nadaf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35240" y="3017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" y="43159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CSV → HDFS → Cleaned CSV (7,700 rows, 20 cols) → SQL Results → 6 Visualizations → Report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82880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7,631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&amp; dedup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0584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5,268 titles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31%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035040" y="18745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2267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2,363 titles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2019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36576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4233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2,126 titles added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E5091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509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320040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4233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(1,373)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971800"/>
            <a:ext cx="2651760" cy="1737360"/>
          </a:xfrm>
          <a:prstGeom prst="rect">
            <a:avLst/>
          </a:prstGeom>
          <a:solidFill>
            <a:srgbClr val="1E1E1E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108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6035040" y="3840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35040" y="4233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2,795 titles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Genre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Genre Categories on Netflix | Source: M3 Cleaned Dataset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31245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lead with 1,373 titles — 31% more than Comedies (1,050)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Documentaries (730) and Action &amp; Adventure (717) form a strong mid-tier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TV Shows rank 5th (687), showing strong global content investment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content (Children &amp; Family + Kids' TV) totals 843 titles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 (293) highlights demand for short-form entertainment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Content Growth Trends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Titles Added to Netflix | 2015 – 2021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26680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2,126 titles added in 2019 — a 25× increase since 2015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consistently outnumber TV Shows in annual additions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saw a 7% decline from peak (1,982 total), linked to production slowdowns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data appears truncated due to mid-year dataset cutoff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additions remained steadier (650–710) from 2019–2020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Geographic Breakdown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12 Countries by Netflix Content Production | "Unknown" entries excluded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31245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dominates with 2,795 titles — 36% of the known catalog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a strong #2 at 949 titles (12%), driven by Bollywood &amp; regional content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(568) and Canada (254) reflect English-language licensing depth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(194) punches above its weight — Korean drama demand is global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(105) is the only African country in the top 12, signaling growth opportunity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4: Rating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Ratings by Type — Movies vs TV Shows | Stacked View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26680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dominates: 2,797 titles — nearly 1 in 3 of all Netflix content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TV-14 (1,900) is second — together TV-MA + TV-14 = 62% of the catalog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&amp; Teen content = ~87% of the library, reflecting adult-first strategy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Kids/Family zone (G through TV-Y7) totals ~969 titles (13%)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R-rated movies add 658 more adult titles not in the TV rating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5: Content Type &amp; Duration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7,631 Total Titles — Movies vs TV Shows Split and Duration Distribution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27584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are 69% of the catalog (5,268) vs TV Shows at 31% (2,363)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movie runtime ≈ 100 minutes; IQR: 85–115 minutes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TV Show duration = 1 season; most have 1–3 seasons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Show outliers &gt; 10 seasons are legacy broadcast series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TV Show minority in volume, they drive most press &amp; subscriber buzz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6: Genre Trends Over Time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21792"/>
            <a:ext cx="1371600" cy="36576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6675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Genres by Year Added | Heatmap View | 2016 – 2021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852160" cy="2675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1005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353312"/>
            <a:ext cx="265176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63640" y="141732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peaked in 2019 (374) and stayed high in 2018 &amp; 2020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Documentaries showed a distinct plateau — 184 in 2017, 2019 — then dropped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&amp; Family Movies showed a rising trend through 2020 (156)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Comedy peaked in 2017–2018, then gradually declined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near-zero values reflect mid-year dataset cutoff, not real decline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31520"/>
            <a:ext cx="1280160" cy="4572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502920" cy="1828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Drama-Dominant Library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4630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Dramas (1,373) and Comedies (1,050) form the backbone of Netflix's catalog essential for recommendation systems.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43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502920" cy="1828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Content Peak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14630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surged to 2,126 in 2019 a 25× increase from 2015 then declined, signaling market maturation.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743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960120"/>
            <a:ext cx="502920" cy="1828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10515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&amp; India Dominate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14630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(2,795) and India (949) together account for 48% of known-country content. South Korea (194) punches above weight.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7360" y="3017520"/>
            <a:ext cx="2743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737360" y="3017520"/>
            <a:ext cx="502920" cy="1828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0" y="3108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Mature-Skewed Ratings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5204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TV-MA + TV-14 = 62% of the catalog. Netflix is fundamentally an adult entertainment platform.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17520"/>
            <a:ext cx="27432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502920" cy="18288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6344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31089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Outnumber Shows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520440"/>
            <a:ext cx="2148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69:31, movies dominate by volume  but TV Shows are Netflix's primary brand-building vehicle.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github.com/rfordatascience/tidytuesday  |  </a:t>
            </a: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100" dirty="0">
                <a:solidFill>
                  <a:srgbClr val="B3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554 — Illinois Institute of Technology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1029</Words>
  <Application>Microsoft Macintosh PowerPoint</Application>
  <PresentationFormat>On-screen Show (16:9)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 — CSP 554 Big Data Technologies</dc:title>
  <dc:subject>PptxGenJS Presentation</dc:subject>
  <dc:creator>Shifaa Nazeersaheb Nadaf</dc:creator>
  <cp:lastModifiedBy>Shifaa Nazeersaheb Nadaf</cp:lastModifiedBy>
  <cp:revision>2</cp:revision>
  <dcterms:created xsi:type="dcterms:W3CDTF">2026-04-30T23:25:37Z</dcterms:created>
  <dcterms:modified xsi:type="dcterms:W3CDTF">2026-05-01T00:18:06Z</dcterms:modified>
</cp:coreProperties>
</file>